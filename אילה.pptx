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CF9357-6729-4E23-AD37-1D552D598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8B2F42A-5893-4D12-8BD4-DFB217AA6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DF67C9-C67B-40C7-83C2-46FA902B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DEA021C-E6EB-4498-AE1D-7B01BD57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3DD89BF-F0CD-4028-A366-3275F2A5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325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53CE49-041E-4AC6-89C6-4DC903A61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8972F30-6A27-49BE-990D-C88FE04D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A46BD4B-7572-4EE6-BD80-ED779554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60813BF-61CF-4C25-B968-B58D873E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70C15B6-C620-410A-A98E-094AC4AE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578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0638C2-057C-4030-A2E7-298E0080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AF22F3F-AF3C-4658-85A4-3EDAD1343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77395D1-A087-4DE5-8796-CD0DB8D28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FA1ED64-3DF6-4FC5-AE64-56198318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83011E-D4F2-4DBD-9B74-2632932C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49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5AEF2A-4716-4F8D-835E-66A966B5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937D7A9-C90A-428A-BE38-61A3F275B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90D811F-3216-49F7-8CAD-043C27007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F1120FF-CE49-4D13-BE03-F12E4D31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FC1F623-33F7-45EB-892C-7FEC77CE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E332072-3E2C-4637-91FC-48DA5B6F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181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D5B5CF-92DD-4A6F-B893-694ABB18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8572C50-2374-4623-833D-4F4D4D3F7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8C83ACA-0B8E-4FE6-A0AE-0783CACF1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14C572D-9DA3-42CE-A98F-C76D9164D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365A32D-0BCA-4C35-9F99-789F9093D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8920214-BA9B-400D-B5D8-5CEF87B3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6A8A969-22A9-428A-AD88-B896A834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324C1F2-8882-49EE-9583-BA6DA302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86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3C057E-230D-4BD0-A9D9-E77B4E85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31D90F1-1E04-49E2-A73E-2BBB8277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BAE484F-718B-4452-BDDA-62143FA6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24D8863F-2A71-4F50-AF79-8D6BF907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019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0B7C01B-D4F3-401D-AB47-174F9CD4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F4BD542-2C88-4033-AA08-94CADB90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6CAE85B-E880-461A-90BB-7433F696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3587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932FDD-E03E-4F0C-9796-34674D9E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D3F59F5-BB41-4F92-8D8A-1CCEEBD96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B554BF2-D2C9-47A2-A291-F2725D345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9AED020-8AFE-4236-B6EE-05DD5DE8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AAD15D1-B956-4601-ADBA-F0200371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BB5D210-2F24-4AD8-B8F4-A9463F72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4120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627D7E-D1D4-4CB8-BA84-A921CD506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28D4E0C-6FBE-45AE-A2C8-ECB233D7C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AD9F018-621D-43EE-BF8D-4422E096D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8B234F2-E3F9-4939-BAE3-8BE6EA5E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83A57CF-3FB3-4550-AEC3-E24DEFBF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CD3839B-5447-4CB5-99B0-4AE15C6F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240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AC9312-E63E-4979-B483-7FE94378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373D7E9-1E2C-4B27-8728-3D9071AE9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A181CC4-718B-4995-93E8-6C8DD783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349ABBE-B8B7-4ACF-8F0F-9A035A21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683CBC-0863-4FB3-8710-579BF0C3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009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C57697B-E6D6-4864-BF53-EB7B4061E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6C2B114-8536-460E-B0A2-8B17A204C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040F5E2-A1BC-4C67-8824-36D59906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199110C-B0BF-4B1F-9DF1-0A4D2469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4CF8B06-B104-4D3B-B5AD-4D1A4225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97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16A3F2B-6898-4BBE-97F8-AF2D2FD0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33457B8-E801-4920-A0D0-5F9331E49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01944E2-15CF-4A59-B827-2262D2EEB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97A7D-A3BB-4BCE-BC72-C8F56BB7DBFE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EBE224B-EA8E-4C2E-8899-2E031AC23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AB4C3B2-9D5F-4F8E-8C60-EC6CAABE1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C8B71-8259-4778-8673-9657EB516BA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6138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5DB2B1-3EB1-450A-B797-7ABDFDCB7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הי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CD216E4-8106-4C42-9C5A-27223F923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ברוכים הבאים</a:t>
            </a:r>
          </a:p>
        </p:txBody>
      </p:sp>
    </p:spTree>
    <p:extLst>
      <p:ext uri="{BB962C8B-B14F-4D97-AF65-F5344CB8AC3E}">
        <p14:creationId xmlns:p14="http://schemas.microsoft.com/office/powerpoint/2010/main" val="269463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מסך רחב</PresentationFormat>
  <Paragraphs>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הי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הי</dc:title>
  <dc:creator>דרמר אילה</dc:creator>
  <cp:lastModifiedBy>דרמר אילה</cp:lastModifiedBy>
  <cp:revision>2</cp:revision>
  <dcterms:created xsi:type="dcterms:W3CDTF">2025-11-03T13:23:02Z</dcterms:created>
  <dcterms:modified xsi:type="dcterms:W3CDTF">2025-11-03T13:24:27Z</dcterms:modified>
</cp:coreProperties>
</file>